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77C3-621A-4712-807F-C9E3D2D1424E}" type="datetimeFigureOut">
              <a:rPr lang="ko-KR" altLang="en-US" smtClean="0"/>
              <a:pPr/>
              <a:t>2023-10-24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2F6E1-820A-4A59-8C28-CEDCCCCF98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IPv6.OSPFv3-2</a:t>
            </a:r>
            <a:endParaRPr lang="ko-KR" altLang="en-US" dirty="0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142844" y="4070350"/>
            <a:ext cx="892175" cy="628650"/>
            <a:chOff x="1428750" y="4286250"/>
            <a:chExt cx="892175" cy="628650"/>
          </a:xfrm>
        </p:grpSpPr>
        <p:pic>
          <p:nvPicPr>
            <p:cNvPr id="75816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817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5780" name="TextBox 182"/>
          <p:cNvSpPr txBox="1">
            <a:spLocks noChangeArrowheads="1"/>
          </p:cNvSpPr>
          <p:nvPr/>
        </p:nvSpPr>
        <p:spPr bwMode="auto">
          <a:xfrm>
            <a:off x="1208821" y="3856038"/>
            <a:ext cx="5116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15"/>
          <p:cNvGrpSpPr>
            <a:grpSpLocks/>
          </p:cNvGrpSpPr>
          <p:nvPr/>
        </p:nvGrpSpPr>
        <p:grpSpPr bwMode="auto">
          <a:xfrm>
            <a:off x="3428992" y="4086234"/>
            <a:ext cx="892175" cy="628650"/>
            <a:chOff x="1428750" y="2357438"/>
            <a:chExt cx="892175" cy="628650"/>
          </a:xfrm>
        </p:grpSpPr>
        <p:pic>
          <p:nvPicPr>
            <p:cNvPr id="75812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2357438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813" name="TextBox 24"/>
            <p:cNvSpPr txBox="1">
              <a:spLocks noChangeArrowheads="1"/>
            </p:cNvSpPr>
            <p:nvPr/>
          </p:nvSpPr>
          <p:spPr bwMode="auto">
            <a:xfrm>
              <a:off x="1643063" y="2643188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1750999" y="4070350"/>
            <a:ext cx="892175" cy="628650"/>
            <a:chOff x="1428750" y="4286250"/>
            <a:chExt cx="892175" cy="628650"/>
          </a:xfrm>
        </p:grpSpPr>
        <p:pic>
          <p:nvPicPr>
            <p:cNvPr id="75810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811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5072066" y="4071942"/>
            <a:ext cx="892175" cy="628650"/>
            <a:chOff x="1428750" y="4286250"/>
            <a:chExt cx="892175" cy="628650"/>
          </a:xfrm>
        </p:grpSpPr>
        <p:pic>
          <p:nvPicPr>
            <p:cNvPr id="75808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809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3" name="직선 연결선 42"/>
          <p:cNvCxnSpPr>
            <a:stCxn id="75816" idx="3"/>
            <a:endCxn id="75810" idx="1"/>
          </p:cNvCxnSpPr>
          <p:nvPr/>
        </p:nvCxnSpPr>
        <p:spPr>
          <a:xfrm>
            <a:off x="1035019" y="4384675"/>
            <a:ext cx="715980" cy="1588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>
            <a:stCxn id="75810" idx="3"/>
            <a:endCxn id="75812" idx="1"/>
          </p:cNvCxnSpPr>
          <p:nvPr/>
        </p:nvCxnSpPr>
        <p:spPr>
          <a:xfrm>
            <a:off x="2643174" y="4384675"/>
            <a:ext cx="785818" cy="15884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4321167" y="4386267"/>
            <a:ext cx="750899" cy="14292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91" name="TextBox 182"/>
          <p:cNvSpPr txBox="1">
            <a:spLocks noChangeArrowheads="1"/>
          </p:cNvSpPr>
          <p:nvPr/>
        </p:nvSpPr>
        <p:spPr bwMode="auto">
          <a:xfrm>
            <a:off x="2740121" y="4509120"/>
            <a:ext cx="5116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792" name="TextBox 182"/>
          <p:cNvSpPr txBox="1">
            <a:spLocks noChangeArrowheads="1"/>
          </p:cNvSpPr>
          <p:nvPr/>
        </p:nvSpPr>
        <p:spPr bwMode="auto">
          <a:xfrm>
            <a:off x="4429125" y="3857628"/>
            <a:ext cx="5116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</p:txBody>
      </p:sp>
      <p:sp>
        <p:nvSpPr>
          <p:cNvPr id="62" name="타원 61"/>
          <p:cNvSpPr/>
          <p:nvPr/>
        </p:nvSpPr>
        <p:spPr bwMode="auto">
          <a:xfrm>
            <a:off x="71407" y="2214554"/>
            <a:ext cx="3857652" cy="392906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75795" name="TextBox 190"/>
          <p:cNvSpPr txBox="1">
            <a:spLocks noChangeArrowheads="1"/>
          </p:cNvSpPr>
          <p:nvPr/>
        </p:nvSpPr>
        <p:spPr bwMode="auto">
          <a:xfrm>
            <a:off x="1428719" y="2643188"/>
            <a:ext cx="14589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AREA 0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타원 75"/>
          <p:cNvSpPr/>
          <p:nvPr/>
        </p:nvSpPr>
        <p:spPr bwMode="auto">
          <a:xfrm>
            <a:off x="3929058" y="2214554"/>
            <a:ext cx="1714512" cy="39290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75800" name="TextBox 190"/>
          <p:cNvSpPr txBox="1">
            <a:spLocks noChangeArrowheads="1"/>
          </p:cNvSpPr>
          <p:nvPr/>
        </p:nvSpPr>
        <p:spPr bwMode="auto">
          <a:xfrm>
            <a:off x="4071934" y="2643182"/>
            <a:ext cx="14589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2800" b="1" u="sng">
                <a:latin typeface="맑은 고딕" pitchFamily="50" charset="-127"/>
                <a:ea typeface="맑은 고딕" pitchFamily="50" charset="-127"/>
              </a:rPr>
              <a:t>AREA 1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802" name="TextBox 190"/>
          <p:cNvSpPr txBox="1">
            <a:spLocks noChangeArrowheads="1"/>
          </p:cNvSpPr>
          <p:nvPr/>
        </p:nvSpPr>
        <p:spPr bwMode="auto">
          <a:xfrm>
            <a:off x="3571868" y="3357562"/>
            <a:ext cx="2286000" cy="36988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dirty="0">
                <a:latin typeface="맑은 고딕" pitchFamily="50" charset="-127"/>
                <a:ea typeface="맑은 고딕" pitchFamily="50" charset="-127"/>
              </a:rPr>
              <a:t>2002:1:1:</a:t>
            </a:r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34</a:t>
            </a:r>
            <a:r>
              <a:rPr kumimoji="0" lang="en-US" altLang="ko-KR" b="1" dirty="0">
                <a:latin typeface="맑은 고딕" pitchFamily="50" charset="-127"/>
                <a:ea typeface="맑은 고딕" pitchFamily="50" charset="-127"/>
              </a:rPr>
              <a:t>::x/64</a:t>
            </a:r>
            <a:endParaRPr kumimoji="0"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803" name="TextBox 190"/>
          <p:cNvSpPr txBox="1">
            <a:spLocks noChangeArrowheads="1"/>
          </p:cNvSpPr>
          <p:nvPr/>
        </p:nvSpPr>
        <p:spPr bwMode="auto">
          <a:xfrm>
            <a:off x="214258" y="3357562"/>
            <a:ext cx="2428875" cy="36988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dirty="0">
                <a:latin typeface="맑은 고딕" pitchFamily="50" charset="-127"/>
                <a:ea typeface="맑은 고딕" pitchFamily="50" charset="-127"/>
              </a:rPr>
              <a:t>2002:1:1:</a:t>
            </a:r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12</a:t>
            </a:r>
            <a:r>
              <a:rPr kumimoji="0" lang="en-US" altLang="ko-KR" b="1" dirty="0">
                <a:latin typeface="맑은 고딕" pitchFamily="50" charset="-127"/>
                <a:ea typeface="맑은 고딕" pitchFamily="50" charset="-127"/>
              </a:rPr>
              <a:t>::x/64</a:t>
            </a:r>
            <a:endParaRPr kumimoji="0"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804" name="TextBox 190"/>
          <p:cNvSpPr txBox="1">
            <a:spLocks noChangeArrowheads="1"/>
          </p:cNvSpPr>
          <p:nvPr/>
        </p:nvSpPr>
        <p:spPr bwMode="auto">
          <a:xfrm>
            <a:off x="1785918" y="5000636"/>
            <a:ext cx="2286000" cy="1200329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dirty="0">
                <a:latin typeface="맑은 고딕" pitchFamily="50" charset="-127"/>
                <a:ea typeface="맑은 고딕" pitchFamily="50" charset="-127"/>
              </a:rPr>
              <a:t>2002:1:1:</a:t>
            </a:r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23</a:t>
            </a:r>
            <a:r>
              <a:rPr kumimoji="0" lang="en-US" altLang="ko-KR" b="1" dirty="0">
                <a:latin typeface="맑은 고딕" pitchFamily="50" charset="-127"/>
                <a:ea typeface="맑은 고딕" pitchFamily="50" charset="-127"/>
              </a:rPr>
              <a:t>::x/64</a:t>
            </a:r>
          </a:p>
          <a:p>
            <a:pPr algn="ctr"/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Link-local fe80::x</a:t>
            </a:r>
          </a:p>
          <a:p>
            <a:pPr algn="ctr"/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Ipv6 </a:t>
            </a:r>
            <a:r>
              <a:rPr lang="en-US" altLang="ko-KR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ospf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network</a:t>
            </a:r>
          </a:p>
          <a:p>
            <a:pPr algn="ctr"/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Point-to-point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608794" y="4035424"/>
            <a:ext cx="892175" cy="628650"/>
            <a:chOff x="1428750" y="4286250"/>
            <a:chExt cx="892175" cy="628650"/>
          </a:xfrm>
        </p:grpSpPr>
        <p:pic>
          <p:nvPicPr>
            <p:cNvPr id="4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47"/>
          <p:cNvGrpSpPr>
            <a:grpSpLocks/>
          </p:cNvGrpSpPr>
          <p:nvPr/>
        </p:nvGrpSpPr>
        <p:grpSpPr bwMode="auto">
          <a:xfrm>
            <a:off x="8108981" y="4035424"/>
            <a:ext cx="892175" cy="628650"/>
            <a:chOff x="1428750" y="4286250"/>
            <a:chExt cx="892175" cy="628650"/>
          </a:xfrm>
        </p:grpSpPr>
        <p:pic>
          <p:nvPicPr>
            <p:cNvPr id="4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51" name="직선 연결선 50"/>
          <p:cNvCxnSpPr/>
          <p:nvPr/>
        </p:nvCxnSpPr>
        <p:spPr>
          <a:xfrm flipV="1">
            <a:off x="5964269" y="4349749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7500969" y="4349749"/>
            <a:ext cx="6080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182"/>
          <p:cNvSpPr txBox="1">
            <a:spLocks noChangeArrowheads="1"/>
          </p:cNvSpPr>
          <p:nvPr/>
        </p:nvSpPr>
        <p:spPr bwMode="auto">
          <a:xfrm>
            <a:off x="6072199" y="4500570"/>
            <a:ext cx="5116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F0/1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TextBox 182"/>
          <p:cNvSpPr txBox="1">
            <a:spLocks noChangeArrowheads="1"/>
          </p:cNvSpPr>
          <p:nvPr/>
        </p:nvSpPr>
        <p:spPr bwMode="auto">
          <a:xfrm>
            <a:off x="7542556" y="3857628"/>
            <a:ext cx="5116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타원 64"/>
          <p:cNvSpPr/>
          <p:nvPr/>
        </p:nvSpPr>
        <p:spPr bwMode="auto">
          <a:xfrm>
            <a:off x="5643591" y="2214554"/>
            <a:ext cx="2928937" cy="3929090"/>
          </a:xfrm>
          <a:prstGeom prst="ellipse">
            <a:avLst/>
          </a:prstGeom>
          <a:noFill/>
          <a:ln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66" name="TextBox 190"/>
          <p:cNvSpPr txBox="1">
            <a:spLocks noChangeArrowheads="1"/>
          </p:cNvSpPr>
          <p:nvPr/>
        </p:nvSpPr>
        <p:spPr bwMode="auto">
          <a:xfrm>
            <a:off x="6429388" y="2643182"/>
            <a:ext cx="14589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AREA 2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TextBox 190"/>
          <p:cNvSpPr txBox="1">
            <a:spLocks noChangeArrowheads="1"/>
          </p:cNvSpPr>
          <p:nvPr/>
        </p:nvSpPr>
        <p:spPr bwMode="auto">
          <a:xfrm>
            <a:off x="5076056" y="4941168"/>
            <a:ext cx="2286000" cy="1200329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dirty="0">
                <a:latin typeface="맑은 고딕" pitchFamily="50" charset="-127"/>
                <a:ea typeface="맑은 고딕" pitchFamily="50" charset="-127"/>
              </a:rPr>
              <a:t>2002:1:1:</a:t>
            </a:r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45</a:t>
            </a:r>
            <a:r>
              <a:rPr kumimoji="0" lang="en-US" altLang="ko-KR" b="1" dirty="0">
                <a:latin typeface="맑은 고딕" pitchFamily="50" charset="-127"/>
                <a:ea typeface="맑은 고딕" pitchFamily="50" charset="-127"/>
              </a:rPr>
              <a:t>::x/64</a:t>
            </a:r>
          </a:p>
          <a:p>
            <a:pPr algn="ctr"/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Link-local fe80::x</a:t>
            </a:r>
          </a:p>
          <a:p>
            <a:pPr algn="ctr"/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Ipv6 </a:t>
            </a:r>
            <a:r>
              <a:rPr lang="en-US" altLang="ko-KR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ospf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network</a:t>
            </a:r>
          </a:p>
          <a:p>
            <a:pPr algn="ctr"/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broadcast</a:t>
            </a:r>
            <a:endParaRPr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TextBox 190"/>
          <p:cNvSpPr txBox="1">
            <a:spLocks noChangeArrowheads="1"/>
          </p:cNvSpPr>
          <p:nvPr/>
        </p:nvSpPr>
        <p:spPr bwMode="auto">
          <a:xfrm>
            <a:off x="6643718" y="3416303"/>
            <a:ext cx="2286000" cy="36988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dirty="0">
                <a:latin typeface="맑은 고딕" pitchFamily="50" charset="-127"/>
                <a:ea typeface="맑은 고딕" pitchFamily="50" charset="-127"/>
              </a:rPr>
              <a:t>2002:1:1:</a:t>
            </a:r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56</a:t>
            </a:r>
            <a:r>
              <a:rPr kumimoji="0" lang="en-US" altLang="ko-KR" b="1" dirty="0">
                <a:latin typeface="맑은 고딕" pitchFamily="50" charset="-127"/>
                <a:ea typeface="맑은 고딕" pitchFamily="50" charset="-127"/>
              </a:rPr>
              <a:t>::x/64</a:t>
            </a:r>
            <a:endParaRPr kumimoji="0"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190"/>
          <p:cNvSpPr txBox="1">
            <a:spLocks noChangeArrowheads="1"/>
          </p:cNvSpPr>
          <p:nvPr/>
        </p:nvSpPr>
        <p:spPr bwMode="auto">
          <a:xfrm>
            <a:off x="0" y="4941168"/>
            <a:ext cx="17114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Default Route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63</Words>
  <Application>Microsoft Office PowerPoint</Application>
  <PresentationFormat>화면 슬라이드 쇼(4:3)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IPv6.OSPFv3-2</vt:lpstr>
    </vt:vector>
  </TitlesOfParts>
  <Company>JHTA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IPv6_3-2.OSPFv3</dc:title>
  <dc:creator>NetZzang</dc:creator>
  <cp:lastModifiedBy>admin</cp:lastModifiedBy>
  <cp:revision>8</cp:revision>
  <dcterms:created xsi:type="dcterms:W3CDTF">2012-02-12T09:35:42Z</dcterms:created>
  <dcterms:modified xsi:type="dcterms:W3CDTF">2023-10-24T06:47:06Z</dcterms:modified>
</cp:coreProperties>
</file>